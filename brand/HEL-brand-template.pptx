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7" r:id="rId2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640080"/>
            <a:ext cx="548640" cy="548640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16211D"/>
                </a:solidFill>
                <a:latin typeface="Space Mono"/>
              </a:rPr>
              <a:t>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 i="0" spc="150">
                <a:solidFill>
                  <a:srgbClr val="16211D"/>
                </a:solidFill>
                <a:latin typeface="Space Mono"/>
              </a:rPr>
              <a:t>HUMAN EDGE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i="0" spc="140">
                <a:solidFill>
                  <a:srgbClr val="16211D"/>
                </a:solidFill>
                <a:latin typeface="Space Mono"/>
              </a:rPr>
              <a:t>BRAND TEMPLATE · FOR THE AI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5400" b="1" i="0">
                <a:solidFill>
                  <a:srgbClr val="16211D"/>
                </a:solidFill>
                <a:latin typeface="Fraunces"/>
              </a:rPr>
              <a:t>Lorem ipsum dolor </a:t>
            </a:r>
            <a:r>
              <a:rPr sz="5400" b="0" i="1">
                <a:solidFill>
                  <a:srgbClr val="17705A"/>
                </a:solidFill>
                <a:latin typeface="Fraunces"/>
              </a:rPr>
              <a:t>sit amet</a:t>
            </a:r>
            <a:r>
              <a:rPr sz="5400" b="1" i="0">
                <a:solidFill>
                  <a:srgbClr val="16211D"/>
                </a:solidFill>
                <a:latin typeface="Fraunces"/>
              </a:rPr>
              <a:t> consectetur.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LOREM IPSUM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394960"/>
            <a:ext cx="2377440" cy="47548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DOLOR SIT AMET</a:t>
            </a:r>
          </a:p>
        </p:txBody>
      </p:sp>
      <p:sp>
        <p:nvSpPr>
          <p:cNvPr id="10" name="Oval 9"/>
          <p:cNvSpPr/>
          <p:nvPr/>
        </p:nvSpPr>
        <p:spPr>
          <a:xfrm>
            <a:off x="10309860" y="1737360"/>
            <a:ext cx="2171700" cy="2171700"/>
          </a:xfrm>
          <a:prstGeom prst="ellipse">
            <a:avLst/>
          </a:prstGeom>
          <a:solidFill>
            <a:srgbClr val="93D9C2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9052560" y="2766060"/>
            <a:ext cx="1828800" cy="2400300"/>
          </a:xfrm>
          <a:prstGeom prst="round2SameRect">
            <a:avLst>
              <a:gd name="adj1" fmla="val 100000"/>
              <a:gd name="adj2" fmla="val 0"/>
            </a:avLst>
          </a:prstGeom>
          <a:blipFill>
            <a:blip r:embed="rId2"/>
            <a:tile tx="0" ty="0" sx="100000" sy="100000" flip="none" algn="tl"/>
          </a:blipFill>
          <a:effectLst/>
          <a:ln w="31750">
            <a:solidFill>
              <a:srgbClr val="16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10995660" y="3623310"/>
            <a:ext cx="1600200" cy="1543050"/>
          </a:xfrm>
          <a:prstGeom prst="triangle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240000">
            <a:off x="9452610" y="3737610"/>
            <a:ext cx="211455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100">
                <a:solidFill>
                  <a:srgbClr val="16211D"/>
                </a:solidFill>
                <a:latin typeface="Space Mono"/>
              </a:rPr>
              <a:t>ADMIT ONE · WHOLE HUMAN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284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083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28820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3680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4479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5278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60769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68756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7674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84731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92718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0070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8693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6680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2466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3265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4064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8629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5661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6460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2591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80578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88566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96553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01 · COLOUR 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2052" y="649224"/>
            <a:ext cx="8727948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2377440"/>
          </a:xfrm>
          <a:prstGeom prst="roundRect">
            <a:avLst>
              <a:gd name="adj" fmla="val 9000"/>
            </a:avLst>
          </a:prstGeom>
          <a:solidFill>
            <a:srgbClr val="16211D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FBFAF6"/>
                </a:solidFill>
                <a:latin typeface="Fraunces"/>
              </a:rPr>
              <a:t>Ink</a:t>
            </a:r>
          </a:p>
          <a:p>
            <a:pPr algn="ctr"/>
            <a:r>
              <a:rPr sz="1100" b="1" i="0">
                <a:solidFill>
                  <a:srgbClr val="FBFAF6"/>
                </a:solidFill>
                <a:latin typeface="Space Mono"/>
              </a:rPr>
              <a:t>#16211D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Text, borders, dark bands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2011680" cy="2377440"/>
          </a:xfrm>
          <a:prstGeom prst="roundRect">
            <a:avLst>
              <a:gd name="adj" fmla="val 9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16211D"/>
                </a:solidFill>
                <a:latin typeface="Fraunces"/>
              </a:rPr>
              <a:t>Paper</a:t>
            </a:r>
          </a:p>
          <a:p>
            <a:pPr algn="ctr"/>
            <a:r>
              <a:rPr sz="1100" b="1" i="0">
                <a:solidFill>
                  <a:srgbClr val="16211D"/>
                </a:solidFill>
                <a:latin typeface="Space Mono"/>
              </a:rPr>
              <a:t>#FBFAF6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Page + slide background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828800"/>
            <a:ext cx="2011680" cy="2377440"/>
          </a:xfrm>
          <a:prstGeom prst="roundRect">
            <a:avLst>
              <a:gd name="adj" fmla="val 9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16211D"/>
                </a:solidFill>
                <a:latin typeface="Fraunces"/>
              </a:rPr>
              <a:t>Mint</a:t>
            </a:r>
          </a:p>
          <a:p>
            <a:pPr algn="ctr"/>
            <a:r>
              <a:rPr sz="1100" b="1" i="0">
                <a:solidFill>
                  <a:srgbClr val="16211D"/>
                </a:solidFill>
                <a:latin typeface="Space Mono"/>
              </a:rPr>
              <a:t>#93D9C2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Accent fills, pills, highlights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828800"/>
            <a:ext cx="2011680" cy="2377440"/>
          </a:xfrm>
          <a:prstGeom prst="roundRect">
            <a:avLst>
              <a:gd name="adj" fmla="val 9000"/>
            </a:avLst>
          </a:prstGeom>
          <a:solidFill>
            <a:srgbClr val="17705A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FBFAF6"/>
                </a:solidFill>
                <a:latin typeface="Fraunces"/>
              </a:rPr>
              <a:t>Mint deep</a:t>
            </a:r>
          </a:p>
          <a:p>
            <a:pPr algn="ctr"/>
            <a:r>
              <a:rPr sz="1100" b="1" i="0">
                <a:solidFill>
                  <a:srgbClr val="FBFAF6"/>
                </a:solidFill>
                <a:latin typeface="Space Mono"/>
              </a:rPr>
              <a:t>#17705A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Labels, emphasis,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828800"/>
            <a:ext cx="2011680" cy="2377440"/>
          </a:xfrm>
          <a:prstGeom prst="roundRect">
            <a:avLst>
              <a:gd name="adj" fmla="val 9000"/>
            </a:avLst>
          </a:prstGeom>
          <a:solidFill>
            <a:srgbClr val="56605B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 i="0">
                <a:solidFill>
                  <a:srgbClr val="FBFAF6"/>
                </a:solidFill>
                <a:latin typeface="Fraunces"/>
              </a:rPr>
              <a:t>Grey</a:t>
            </a:r>
          </a:p>
          <a:p>
            <a:pPr algn="ctr"/>
            <a:r>
              <a:rPr sz="1100" b="1" i="0">
                <a:solidFill>
                  <a:srgbClr val="FBFAF6"/>
                </a:solidFill>
                <a:latin typeface="Space Mono"/>
              </a:rPr>
              <a:t>#56605B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4389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Secondary body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16211D"/>
                </a:solidFill>
                <a:latin typeface="Work Sans"/>
              </a:rPr>
              <a:t>Usage: </a:t>
            </a:r>
            <a:r>
              <a:rPr sz="1200" b="0" i="0">
                <a:solidFill>
                  <a:srgbClr val="56605B"/>
                </a:solidFill>
                <a:latin typeface="Work Sans"/>
              </a:rPr>
              <a:t>paper backgrounds, ink type, mint in small confident doses. Join phrases with + instead of dashes. Lorem ipsum dolor sit amet, consectetur adipiscing elit.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02 · TYPOGRAPHY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4580" y="649224"/>
            <a:ext cx="9075419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Type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766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050" b="1" i="0" spc="140">
                <a:solidFill>
                  <a:srgbClr val="17705A"/>
                </a:solidFill>
                <a:latin typeface="Space Mono"/>
              </a:rPr>
              <a:t>FRAUNCES · HEADLINES + DISPLAY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3400" b="1" i="0">
                <a:solidFill>
                  <a:srgbClr val="16211D"/>
                </a:solidFill>
                <a:latin typeface="Fraunces"/>
              </a:rPr>
              <a:t>Lorem ipsum dolor sit amet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 i="1">
                <a:solidFill>
                  <a:srgbClr val="16211D"/>
                </a:solidFill>
                <a:latin typeface="Fraunces"/>
              </a:rPr>
              <a:t>Lorem ipsum dolor </a:t>
            </a:r>
            <a:r>
              <a:rPr sz="2200" b="0" i="1">
                <a:solidFill>
                  <a:srgbClr val="17705A"/>
                </a:solidFill>
                <a:latin typeface="Fraunces"/>
              </a:rPr>
              <a:t>sit amet</a:t>
            </a:r>
            <a:r>
              <a:rPr sz="2200" b="0" i="1">
                <a:solidFill>
                  <a:srgbClr val="16211D"/>
                </a:solidFill>
                <a:latin typeface="Fraunces"/>
              </a:rPr>
              <a:t> — italic accents in mint deep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600" b="0" i="0">
                <a:solidFill>
                  <a:srgbClr val="16211D"/>
                </a:solidFill>
                <a:latin typeface="Work Sans"/>
              </a:rPr>
              <a:t/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050" b="1" i="0" spc="140">
                <a:solidFill>
                  <a:srgbClr val="17705A"/>
                </a:solidFill>
                <a:latin typeface="Space Mono"/>
              </a:rPr>
              <a:t>WORK SANS · BODY COPY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 Cras mattis consectetur purus sit amet fermentum.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600" b="0" i="0">
                <a:solidFill>
                  <a:srgbClr val="16211D"/>
                </a:solidFill>
                <a:latin typeface="Work Sans"/>
              </a:rPr>
              <a:t/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050" b="1" i="0" spc="140">
                <a:solidFill>
                  <a:srgbClr val="17705A"/>
                </a:solidFill>
                <a:latin typeface="Space Mono"/>
              </a:rPr>
              <a:t>SPACE MONO · LABELS, PILLS + NUMBERS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 i="0" spc="160">
                <a:solidFill>
                  <a:srgbClr val="16211D"/>
                </a:solidFill>
                <a:latin typeface="Space Mono"/>
              </a:rPr>
              <a:t>LOREM IPSUM · DOLOR SIT · 20+ AMET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56616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1" i="0">
                <a:solidFill>
                  <a:srgbClr val="16211D"/>
                </a:solidFill>
                <a:latin typeface="Fraunces"/>
              </a:rPr>
              <a:t>Fonts to install</a:t>
            </a:r>
          </a:p>
          <a:p>
            <a:pPr algn="l"/>
            <a:r>
              <a:rPr sz="1100" b="0" i="0">
                <a:solidFill>
                  <a:srgbClr val="56605B"/>
                </a:solidFill>
                <a:latin typeface="Work Sans"/>
              </a:rPr>
              <a:t>All free on Google Fonts:</a:t>
            </a:r>
          </a:p>
          <a:p>
            <a:pPr algn="l"/>
            <a:r>
              <a:rPr sz="950" b="1" i="0">
                <a:solidFill>
                  <a:srgbClr val="17705A"/>
                </a:solidFill>
                <a:latin typeface="Space Mono"/>
              </a:rPr>
              <a:t>fonts.google.com/specimen/Fraunces</a:t>
            </a:r>
          </a:p>
          <a:p>
            <a:pPr algn="l"/>
            <a:r>
              <a:rPr sz="950" b="1" i="0">
                <a:solidFill>
                  <a:srgbClr val="17705A"/>
                </a:solidFill>
                <a:latin typeface="Space Mono"/>
              </a:rPr>
              <a:t>fonts.google.com/specimen/Work+Sans</a:t>
            </a:r>
          </a:p>
          <a:p>
            <a:pPr algn="l"/>
            <a:r>
              <a:rPr sz="950" b="1" i="0">
                <a:solidFill>
                  <a:srgbClr val="17705A"/>
                </a:solidFill>
                <a:latin typeface="Space Mono"/>
              </a:rPr>
              <a:t>fonts.google.com/specimen/Space+Mono</a:t>
            </a:r>
          </a:p>
          <a:p>
            <a:pPr algn="l"/>
            <a:r>
              <a:rPr sz="1050" b="0" i="0">
                <a:solidFill>
                  <a:srgbClr val="56605B"/>
                </a:solidFill>
                <a:latin typeface="Work Sans"/>
              </a:rPr>
              <a:t>Install before editing so text renders in brand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03 · LOGO + 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8315" y="649224"/>
            <a:ext cx="8901684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Logo + marks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 i="0">
                <a:solidFill>
                  <a:srgbClr val="16211D"/>
                </a:solidFill>
                <a:latin typeface="Space Mono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The H roundel</a:t>
            </a:r>
          </a:p>
        </p:txBody>
      </p:sp>
      <p:sp>
        <p:nvSpPr>
          <p:cNvPr id="8" name="Oval 7"/>
          <p:cNvSpPr/>
          <p:nvPr/>
        </p:nvSpPr>
        <p:spPr>
          <a:xfrm>
            <a:off x="3291840" y="2240280"/>
            <a:ext cx="475488" cy="475488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 i="0">
                <a:solidFill>
                  <a:srgbClr val="16211D"/>
                </a:solidFill>
                <a:latin typeface="Space Mono"/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 spc="150">
                <a:solidFill>
                  <a:srgbClr val="16211D"/>
                </a:solidFill>
                <a:latin typeface="Space Mono"/>
              </a:rPr>
              <a:t>HUMAN EDGE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91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Lockup: roundel + wordmark in Space Mono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3749039" cy="384048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i="0" spc="140">
                <a:solidFill>
                  <a:srgbClr val="16211D"/>
                </a:solidFill>
                <a:latin typeface="Space Mono"/>
              </a:rPr>
              <a:t>PROFOUNDLY HUMAN · LOREM IPSUM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Kicker pill: outlined, Space Mono caps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16211D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40">
                <a:solidFill>
                  <a:srgbClr val="93D9C2"/>
                </a:solidFill>
                <a:latin typeface="Space Mono"/>
              </a:rPr>
              <a:t>ON DARK: </a:t>
            </a:r>
            <a:r>
              <a:rPr sz="1300" b="0" i="0">
                <a:solidFill>
                  <a:srgbClr val="FBFAF6"/>
                </a:solidFill>
                <a:latin typeface="Work Sans"/>
              </a:rPr>
              <a:t>  mint labels + paper text. Lorem ipsum dolor sit amet.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04 · BUTTONS +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75788" y="649224"/>
            <a:ext cx="8554211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Buttons, pills +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PRIMARY · MINT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10312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16211D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FBFAF6"/>
                </a:solidFill>
                <a:latin typeface="Space Mono"/>
              </a:rPr>
              <a:t>STANDARD · 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2651760" cy="47548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GHOST · OUTLINE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Primary carries the hard offset shadow. One primary per slide; lorem ipsum dolor sit amet.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SECTION LABEL · LOREM IPSUM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657600"/>
            <a:ext cx="7589520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The act-label: mono caps in mint deep + 2pt ink rule to the 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6344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i="0" spc="120">
                <a:solidFill>
                  <a:srgbClr val="16211D"/>
                </a:solidFill>
                <a:latin typeface="Space Mono"/>
              </a:rPr>
              <a:t>LOREM TAG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6634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900" b="1" i="0" spc="100">
                <a:solidFill>
                  <a:srgbClr val="16211D"/>
                </a:solidFill>
                <a:latin typeface="Space Mono"/>
              </a:rPr>
              <a:t>SKILL 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Mint tags + chips for topics and categories. Join with + (never dashes): Lorem + Ipsum + Dolor.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05 ·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39" y="649224"/>
            <a:ext cx="9509759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600" b="1" i="0">
                <a:solidFill>
                  <a:srgbClr val="16211D"/>
                </a:solidFill>
                <a:latin typeface="Fraunces"/>
              </a:rPr>
              <a:t>Lorem ipsum</a:t>
            </a:r>
          </a:p>
          <a:p>
            <a:pPr algn="l"/>
            <a:r>
              <a:rPr sz="11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92024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950" b="1" i="0" spc="140">
                <a:solidFill>
                  <a:srgbClr val="17705A"/>
                </a:solidFill>
                <a:latin typeface="Space Mono"/>
              </a:rPr>
              <a:t>CLUSTER 01</a:t>
            </a:r>
          </a:p>
          <a:p>
            <a:pPr algn="l"/>
            <a:r>
              <a:rPr sz="1600" b="1" i="0">
                <a:solidFill>
                  <a:srgbClr val="16211D"/>
                </a:solidFill>
                <a:latin typeface="Fraunces"/>
              </a:rPr>
              <a:t>Dolor sit amet</a:t>
            </a:r>
          </a:p>
          <a:p>
            <a:pPr algn="l"/>
            <a:r>
              <a:rPr sz="1100" b="0" i="1">
                <a:solidFill>
                  <a:srgbClr val="17705A"/>
                </a:solidFill>
                <a:latin typeface="Fraunces"/>
              </a:rPr>
              <a:t>the lorem ipsum</a:t>
            </a:r>
          </a:p>
          <a:p>
            <a:pPr algn="l"/>
            <a:r>
              <a:rPr sz="1100" b="0" i="0">
                <a:solidFill>
                  <a:srgbClr val="16211D"/>
                </a:solidFill>
                <a:latin typeface="Work Sans"/>
              </a:rPr>
              <a:t>Lorem ipsum dolor sit amet, consectetur adipiscing elit.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19456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900" b="1" i="0" spc="100">
                <a:solidFill>
                  <a:srgbClr val="16211D"/>
                </a:solidFill>
                <a:latin typeface="Space Mono"/>
              </a:rPr>
              <a:t>LOREM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2057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6211D"/>
                </a:solidFill>
                <a:latin typeface="Fraunces"/>
              </a:rPr>
              <a:t>Ipsum dolor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Lorem ipsum dolor sit amet, consectetur adipiscing elit. Cras mattis purus.</a:t>
            </a:r>
          </a:p>
        </p:txBody>
      </p:sp>
      <p:sp>
        <p:nvSpPr>
          <p:cNvPr id="11" name="Rounded Rectangle 10"/>
          <p:cNvSpPr/>
          <p:nvPr/>
        </p:nvSpPr>
        <p:spPr>
          <a:xfrm rot="21540000">
            <a:off x="9372600" y="1920240"/>
            <a:ext cx="2103120" cy="1371600"/>
          </a:xfrm>
          <a:prstGeom prst="roundRect">
            <a:avLst>
              <a:gd name="adj" fmla="val 14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EXPERIENCE</a:t>
            </a:r>
          </a:p>
          <a:p>
            <a:pPr algn="l"/>
            <a:r>
              <a:rPr sz="1100" b="1" i="0">
                <a:solidFill>
                  <a:srgbClr val="16211D"/>
                </a:solidFill>
                <a:latin typeface="Work Sans"/>
              </a:rPr>
              <a:t>20+ lorem ipsum dolor sit</a:t>
            </a:r>
          </a:p>
        </p:txBody>
      </p:sp>
      <p:sp>
        <p:nvSpPr>
          <p:cNvPr id="12" name="Rounded Rectangle 11"/>
          <p:cNvSpPr/>
          <p:nvPr/>
        </p:nvSpPr>
        <p:spPr>
          <a:xfrm rot="60000">
            <a:off x="9464040" y="3566160"/>
            <a:ext cx="2103120" cy="1371600"/>
          </a:xfrm>
          <a:prstGeom prst="roundRect">
            <a:avLst>
              <a:gd name="adj" fmla="val 14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CRAFT</a:t>
            </a:r>
          </a:p>
          <a:p>
            <a:pPr algn="l"/>
            <a:r>
              <a:rPr sz="1100" b="1" i="0">
                <a:solidFill>
                  <a:srgbClr val="16211D"/>
                </a:solidFill>
                <a:latin typeface="Work Sans"/>
              </a:rPr>
              <a:t>Lorem ipsum + dolor amet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White card · mint cluster card · tag card · ticket cards (tilted 1–2°). All carry the 2.5pt ink border + hard shadow.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06 · BRAND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7712" y="649224"/>
            <a:ext cx="9162288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16211D"/>
                </a:solidFill>
                <a:latin typeface="Fraunces"/>
              </a:rPr>
              <a:t>Cut-paper art + dividers</a:t>
            </a:r>
          </a:p>
        </p:txBody>
      </p:sp>
      <p:sp>
        <p:nvSpPr>
          <p:cNvPr id="6" name="Oval 5"/>
          <p:cNvSpPr/>
          <p:nvPr/>
        </p:nvSpPr>
        <p:spPr>
          <a:xfrm>
            <a:off x="2203704" y="2011680"/>
            <a:ext cx="1911095" cy="1911095"/>
          </a:xfrm>
          <a:prstGeom prst="ellipse">
            <a:avLst/>
          </a:prstGeom>
          <a:solidFill>
            <a:srgbClr val="93D9C2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1097280" y="2916936"/>
            <a:ext cx="1609344" cy="2112264"/>
          </a:xfrm>
          <a:prstGeom prst="round2SameRect">
            <a:avLst>
              <a:gd name="adj1" fmla="val 100000"/>
              <a:gd name="adj2" fmla="val 0"/>
            </a:avLst>
          </a:prstGeom>
          <a:blipFill>
            <a:blip r:embed="rId2"/>
            <a:tile tx="0" ty="0" sx="100000" sy="100000" flip="none" algn="tl"/>
          </a:blipFill>
          <a:effectLst/>
          <a:ln w="31750">
            <a:solidFill>
              <a:srgbClr val="16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2807208" y="3671316"/>
            <a:ext cx="1408176" cy="1357884"/>
          </a:xfrm>
          <a:prstGeom prst="triangle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1240000">
            <a:off x="1449324" y="3771900"/>
            <a:ext cx="1860804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100">
                <a:solidFill>
                  <a:srgbClr val="16211D"/>
                </a:solidFill>
                <a:latin typeface="Space Mono"/>
              </a:rPr>
              <a:t>ADMIT ONE · WHOLE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The cut-paper composition: circle, striped arch, triangle + ticket.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286000"/>
            <a:ext cx="6400800" cy="237744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80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52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224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96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68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940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512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84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56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228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00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72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944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251692" y="2363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697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Film sprocket divider between major sections.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3566160"/>
            <a:ext cx="685800" cy="685800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16211D"/>
                </a:solidFill>
                <a:latin typeface="Space Mono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6126479" y="3566160"/>
            <a:ext cx="685800" cy="685800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16211D"/>
                </a:solidFill>
                <a:latin typeface="Space Mono"/>
              </a:rPr>
              <a:t>S</a:t>
            </a:r>
          </a:p>
        </p:txBody>
      </p:sp>
      <p:sp>
        <p:nvSpPr>
          <p:cNvPr id="36" name="Oval 35"/>
          <p:cNvSpPr/>
          <p:nvPr/>
        </p:nvSpPr>
        <p:spPr>
          <a:xfrm>
            <a:off x="7132320" y="3566160"/>
            <a:ext cx="685800" cy="685800"/>
          </a:xfrm>
          <a:prstGeom prst="ellipse">
            <a:avLst/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16211D"/>
                </a:solidFill>
                <a:latin typeface="Space Mono"/>
              </a:rP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43484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Icon roundels: mint circle + ink border. Drop a simple line icon or initial inside.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160">
                <a:solidFill>
                  <a:srgbClr val="17705A"/>
                </a:solidFill>
                <a:latin typeface="Space Mono"/>
              </a:rPr>
              <a:t>06B · THE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6211D"/>
                </a:solidFill>
                <a:latin typeface="Fraunces"/>
              </a:rPr>
              <a:t>Robot friends: six scenes</a:t>
            </a:r>
          </a:p>
        </p:txBody>
      </p:sp>
      <p:pic>
        <p:nvPicPr>
          <p:cNvPr id="5" name="Picture 4" descr="b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2377440" cy="249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9867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00 · Whole human</a:t>
            </a:r>
          </a:p>
        </p:txBody>
      </p:sp>
      <p:pic>
        <p:nvPicPr>
          <p:cNvPr id="7" name="Picture 6" descr="b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2377440" cy="2496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39867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01 · Rolling</a:t>
            </a:r>
          </a:p>
        </p:txBody>
      </p:sp>
      <p:pic>
        <p:nvPicPr>
          <p:cNvPr id="9" name="Picture 8" descr="bo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00200"/>
            <a:ext cx="2377440" cy="2496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39867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02 · Real conversations</a:t>
            </a:r>
          </a:p>
        </p:txBody>
      </p:sp>
      <p:pic>
        <p:nvPicPr>
          <p:cNvPr id="11" name="Picture 10" descr="bot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14800"/>
            <a:ext cx="2377440" cy="2496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5013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03 · Storytelling</a:t>
            </a:r>
          </a:p>
        </p:txBody>
      </p:sp>
      <p:pic>
        <p:nvPicPr>
          <p:cNvPr id="13" name="Picture 12" descr="bot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14800"/>
            <a:ext cx="2377440" cy="2496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65013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04 · The ensemble</a:t>
            </a:r>
          </a:p>
        </p:txBody>
      </p:sp>
      <p:pic>
        <p:nvPicPr>
          <p:cNvPr id="15" name="Picture 14" descr="bot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114800"/>
            <a:ext cx="2377440" cy="24963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0" y="65013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spc="120">
                <a:solidFill>
                  <a:srgbClr val="17705A"/>
                </a:solidFill>
                <a:latin typeface="Space Mono"/>
              </a:rPr>
              <a:t>Scene 05 · Zumba o'clock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PART 1 · LOREM IPSUM · DOLOR SIT AMET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6" y="1289304"/>
            <a:ext cx="7347204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16211D"/>
                </a:solidFill>
                <a:latin typeface="Fraunces"/>
              </a:rPr>
              <a:t>Lorem ipsum dolor sit amet, </a:t>
            </a:r>
            <a:r>
              <a:rPr sz="4400" b="0" i="1">
                <a:solidFill>
                  <a:srgbClr val="17705A"/>
                </a:solidFill>
                <a:latin typeface="Fraunces"/>
              </a:rPr>
              <a:t>consectetur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284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083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28820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680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479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5278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60769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68756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7674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4731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92718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070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8693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6680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2466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32655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40642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48629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56617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64604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72591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80578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88566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96553" y="6697980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PART 2 · LOREM IPSUM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649224"/>
            <a:ext cx="8823960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200" b="1" i="0">
                <a:solidFill>
                  <a:srgbClr val="16211D"/>
                </a:solidFill>
                <a:latin typeface="Fraunces"/>
              </a:rPr>
              <a:t>Lorem ipsum dolor sit amet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920240"/>
            <a:ext cx="12191695" cy="4114800"/>
          </a:xfrm>
          <a:prstGeom prst="rect">
            <a:avLst/>
          </a:prstGeom>
          <a:solidFill>
            <a:srgbClr val="93D9C2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291840" cy="3017520"/>
          </a:xfrm>
          <a:prstGeom prst="roundRect">
            <a:avLst>
              <a:gd name="adj" fmla="val 9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700" b="1" i="0">
                <a:solidFill>
                  <a:srgbClr val="16211D"/>
                </a:solidFill>
                <a:latin typeface="Fraunces"/>
              </a:rPr>
              <a:t>Lorem 1</a:t>
            </a:r>
          </a:p>
          <a:p>
            <a:pPr algn="l"/>
            <a:r>
              <a:rPr sz="11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377440"/>
            <a:ext cx="3291840" cy="3017520"/>
          </a:xfrm>
          <a:prstGeom prst="roundRect">
            <a:avLst>
              <a:gd name="adj" fmla="val 9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700" b="1" i="0">
                <a:solidFill>
                  <a:srgbClr val="16211D"/>
                </a:solidFill>
                <a:latin typeface="Fraunces"/>
              </a:rPr>
              <a:t>Lorem 2</a:t>
            </a:r>
          </a:p>
          <a:p>
            <a:pPr algn="l"/>
            <a:r>
              <a:rPr sz="11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377440"/>
            <a:ext cx="3291840" cy="3017520"/>
          </a:xfrm>
          <a:prstGeom prst="roundRect">
            <a:avLst>
              <a:gd name="adj" fmla="val 9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700" b="1" i="0">
                <a:solidFill>
                  <a:srgbClr val="16211D"/>
                </a:solidFill>
                <a:latin typeface="Fraunces"/>
              </a:rPr>
              <a:t>Lorem 3</a:t>
            </a:r>
          </a:p>
          <a:p>
            <a:pPr algn="l"/>
            <a:r>
              <a:rPr sz="11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LOREM IPSUM · IN THEIR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83864" y="649224"/>
            <a:ext cx="8129016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737360"/>
            <a:ext cx="8321040" cy="3017520"/>
          </a:xfrm>
          <a:prstGeom prst="roundRect">
            <a:avLst>
              <a:gd name="adj" fmla="val 10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0" i="1">
                <a:solidFill>
                  <a:srgbClr val="16211D"/>
                </a:solidFill>
                <a:latin typeface="Fraunces"/>
              </a:rPr>
              <a:t>“Lorem ipsum dolor sit amet, consectetur adipiscing elit. Integer posuere erat a ante venenatis dapibus posuere velit aliquet. Cras mattis consectetur purus sit amet fermentum.”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02920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1" i="0" spc="140">
                <a:solidFill>
                  <a:srgbClr val="17705A"/>
                </a:solidFill>
                <a:latin typeface="Space Mono"/>
              </a:rPr>
              <a:t>LOREM IPSUM · DOLOR SIT AMET, CONSECTETUR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2845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0832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8820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6807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4794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782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60769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68756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6744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84731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92718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705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8693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6680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24667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32655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0642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48629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56617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64604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72591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80578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8566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96553" y="77724"/>
            <a:ext cx="82296" cy="82296"/>
          </a:xfrm>
          <a:prstGeom prst="ellipse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1" i="0" spc="160">
                <a:solidFill>
                  <a:srgbClr val="17705A"/>
                </a:solidFill>
                <a:latin typeface="Space Mono"/>
              </a:rPr>
              <a:t>— LOREM IPSUM · DOLOR SIT 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4800" b="1" i="0">
                <a:solidFill>
                  <a:srgbClr val="16211D"/>
                </a:solidFill>
                <a:latin typeface="Fraunces"/>
              </a:rPr>
              <a:t>Lorem ipsum </a:t>
            </a:r>
            <a:r>
              <a:rPr sz="4800" b="0" i="1">
                <a:solidFill>
                  <a:srgbClr val="17705A"/>
                </a:solidFill>
                <a:latin typeface="Fraunces"/>
              </a:rPr>
              <a:t>dolor?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657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754880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LOREM IPSUM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1" i="0" spc="140">
                <a:solidFill>
                  <a:srgbClr val="56605B"/>
                </a:solidFill>
                <a:latin typeface="Space Mono"/>
              </a:rPr>
              <a:t>HUMAN EDGE LEADERSHIP · LOREM IPSUM DOLOR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07 · LAYOUT: HERO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9524" y="557784"/>
            <a:ext cx="8563356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i="0" spc="140">
                <a:solidFill>
                  <a:srgbClr val="16211D"/>
                </a:solidFill>
                <a:latin typeface="Space Mono"/>
              </a:rPr>
              <a:t>LOREM IPSUM · DOLOR SIT AMET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4000" b="1" i="0">
                <a:solidFill>
                  <a:srgbClr val="16211D"/>
                </a:solidFill>
                <a:latin typeface="Fraunces"/>
              </a:rPr>
              <a:t>Lorem ipsum dolor. </a:t>
            </a:r>
            <a:r>
              <a:rPr sz="4000" b="0" i="1">
                <a:solidFill>
                  <a:srgbClr val="17705A"/>
                </a:solidFill>
                <a:latin typeface="Fraunces"/>
              </a:rPr>
              <a:t>Sit amet</a:t>
            </a:r>
            <a:r>
              <a:rPr sz="4000" b="1" i="0">
                <a:solidFill>
                  <a:srgbClr val="16211D"/>
                </a:solidFill>
                <a:latin typeface="Fraunces"/>
              </a:rPr>
              <a:t> consectetur elit.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6605B"/>
                </a:solidFill>
                <a:latin typeface="Work Sans"/>
              </a:rPr>
              <a:t>Lorem ipsum dolor sit amet, consectetur adipiscing elit.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2651760" cy="47548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LOREM IPSUM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892040"/>
            <a:ext cx="2651760" cy="47548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DOLOR 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1" i="0" spc="120">
                <a:solidFill>
                  <a:srgbClr val="56605B"/>
                </a:solidFill>
                <a:latin typeface="Space Mono"/>
              </a:rPr>
              <a:t>20+ LOREM + IPSUM      DOLOR + SIT      AMET + CONSECTETUR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4023360" cy="3017520"/>
          </a:xfrm>
          <a:prstGeom prst="roundRect">
            <a:avLst>
              <a:gd name="adj" fmla="val 8000"/>
            </a:avLst>
          </a:prstGeom>
          <a:solidFill>
            <a:srgbClr val="10201A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98280" y="2743199"/>
            <a:ext cx="640080" cy="640080"/>
          </a:xfrm>
          <a:prstGeom prst="ellipse">
            <a:avLst/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9309506" y="2922422"/>
            <a:ext cx="256031" cy="281635"/>
          </a:xfrm>
          <a:prstGeom prst="triangle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4005072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100">
                <a:solidFill>
                  <a:srgbClr val="16211D"/>
                </a:solidFill>
                <a:latin typeface="Space Mono"/>
              </a:rPr>
              <a:t>SHOT 1 · LOREM IPSUM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91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56605B"/>
                </a:solidFill>
                <a:latin typeface="Work Sans"/>
              </a:rPr>
              <a:t>Video card: dark frame + play roundel + caption chip.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08 · MEDIA CARDS + PLACEHOLDERS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4468" y="557784"/>
            <a:ext cx="7868412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6211D"/>
                </a:solidFill>
                <a:latin typeface="Fraunces"/>
              </a:rPr>
              <a:t>Stills, video + image placeholders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8" y="1892807"/>
            <a:ext cx="3255264" cy="2240280"/>
          </a:xfrm>
          <a:prstGeom prst="rect">
            <a:avLst/>
          </a:prstGeom>
          <a:solidFill>
            <a:srgbClr val="10201A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87952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16211D"/>
                </a:solidFill>
                <a:latin typeface="Space Mono"/>
              </a:rPr>
              <a:t>STILL 037</a:t>
            </a:r>
            <a:r>
              <a:rPr sz="800" b="0" i="0" spc="80">
                <a:solidFill>
                  <a:srgbClr val="56605B"/>
                </a:solidFill>
                <a:latin typeface="Space Mono"/>
              </a:rPr>
              <a:t>   LOREM IPSUM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1892807"/>
            <a:ext cx="3255264" cy="2240280"/>
          </a:xfrm>
          <a:prstGeom prst="rect">
            <a:avLst/>
          </a:prstGeom>
          <a:solidFill>
            <a:srgbClr val="10201A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187952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16211D"/>
                </a:solidFill>
                <a:latin typeface="Space Mono"/>
              </a:rPr>
              <a:t>SAMPLE REEL</a:t>
            </a:r>
            <a:r>
              <a:rPr sz="800" b="0" i="0" spc="80">
                <a:solidFill>
                  <a:srgbClr val="56605B"/>
                </a:solidFill>
                <a:latin typeface="Space Mono"/>
              </a:rPr>
              <a:t>   DOLOR SIT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2651760"/>
            <a:ext cx="548640" cy="548640"/>
          </a:xfrm>
          <a:prstGeom prst="ellipse">
            <a:avLst/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5987491" y="2805379"/>
            <a:ext cx="219456" cy="241401"/>
          </a:xfrm>
          <a:prstGeom prst="triangle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892807"/>
            <a:ext cx="3255264" cy="2240280"/>
          </a:xfrm>
          <a:prstGeom prst="rect">
            <a:avLst/>
          </a:prstGeom>
          <a:effectLst/>
          <a:pattFill prst="ltUpDiag">
            <a:fgClr>
              <a:srgbClr val="93D9C2"/>
            </a:fgClr>
            <a:bgClr>
              <a:srgbClr val="FBFAF6"/>
            </a:bgClr>
          </a:pattFill>
          <a:ln w="19050">
            <a:solidFill>
              <a:srgbClr val="16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280263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PHOTO COMING SOON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4187952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16211D"/>
                </a:solidFill>
                <a:latin typeface="Space Mono"/>
              </a:rPr>
              <a:t>STILL 003</a:t>
            </a:r>
            <a:r>
              <a:rPr sz="800" b="0" i="0" spc="80">
                <a:solidFill>
                  <a:srgbClr val="56605B"/>
                </a:solidFill>
                <a:latin typeface="Space Mono"/>
              </a:rPr>
              <a:t>   COMING SOON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3383280" cy="1188720"/>
          </a:xfrm>
          <a:prstGeom prst="roundRect">
            <a:avLst>
              <a:gd name="adj" fmla="val 9000"/>
            </a:avLst>
          </a:prstGeom>
          <a:effectLst>
            <a:outerShdw blurRad="0" dist="63500" dir="2700000" rotWithShape="0">
              <a:srgbClr val="16211D"/>
            </a:outerShdw>
          </a:effectLst>
          <a:pattFill prst="ltUpDiag">
            <a:fgClr>
              <a:srgbClr val="93D9C2"/>
            </a:fgClr>
            <a:bgClr>
              <a:srgbClr val="FBFAF6"/>
            </a:bgClr>
          </a:pattFill>
          <a:ln w="31750">
            <a:solidFill>
              <a:srgbClr val="16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54406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00" b="1" i="0">
                <a:solidFill>
                  <a:srgbClr val="16211D"/>
                </a:solidFill>
                <a:latin typeface="Space Mono"/>
              </a:rPr>
              <a:t>PHOTO OF LOREM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12064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Mint diagonal stripes mark any image slot still waiting on content. Caption bar: Space Mono caps, label left + detail right in grey.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09 · LAYOUT: CHALLENGE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396996" y="557784"/>
            <a:ext cx="8215883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 i="0">
                <a:solidFill>
                  <a:srgbClr val="16211D"/>
                </a:solidFill>
                <a:latin typeface="Fraunces"/>
              </a:rPr>
              <a:t>Lorem ipsum dolor, the </a:t>
            </a:r>
            <a:r>
              <a:rPr sz="2800" b="1" i="0">
                <a:solidFill>
                  <a:srgbClr val="17705A"/>
                </a:solidFill>
                <a:latin typeface="Fraunces"/>
              </a:rPr>
              <a:t>critical sit amet persist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1460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01168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80">
                <a:solidFill>
                  <a:srgbClr val="16211D"/>
                </a:solidFill>
                <a:latin typeface="Space Mono"/>
              </a:rPr>
              <a:t>NICE LOREM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057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6211D"/>
                </a:solidFill>
                <a:latin typeface="Fraunces"/>
              </a:rPr>
              <a:t>Lorem ipsum dolor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51460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86200" y="201168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80">
                <a:solidFill>
                  <a:srgbClr val="16211D"/>
                </a:solidFill>
                <a:latin typeface="Space Mono"/>
              </a:rPr>
              <a:t>IPSUM + DOLOR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57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6211D"/>
                </a:solidFill>
                <a:latin typeface="Fraunces"/>
              </a:rPr>
              <a:t>Lorem ipsum dolor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1460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201168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80">
                <a:solidFill>
                  <a:srgbClr val="16211D"/>
                </a:solidFill>
                <a:latin typeface="Space Mono"/>
              </a:rPr>
              <a:t>SIT + AMET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2057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6211D"/>
                </a:solidFill>
                <a:latin typeface="Fraunces"/>
              </a:rPr>
              <a:t>Lorem ipsum dolor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83080"/>
            <a:ext cx="251460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72600" y="201168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850" b="1" i="0" spc="80">
                <a:solidFill>
                  <a:srgbClr val="16211D"/>
                </a:solidFill>
                <a:latin typeface="Space Mono"/>
              </a:rPr>
              <a:t>CONSECTETUR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06040"/>
            <a:ext cx="2057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16211D"/>
                </a:solidFill>
                <a:latin typeface="Fraunces"/>
              </a:rPr>
              <a:t>Lorem ipsum dolor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1">
                <a:solidFill>
                  <a:srgbClr val="17705A"/>
                </a:solidFill>
                <a:latin typeface="Fraunces"/>
              </a:rPr>
              <a:t>Lorem ipsum dolor sit amet, consectetur adipiscing elit venenatis dapibus.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10 · LAYOUT: CLUSTER TILES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10128" y="557784"/>
            <a:ext cx="8302752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6211D"/>
                </a:solidFill>
                <a:latin typeface="Fraunces"/>
              </a:rPr>
              <a:t>Four lorem to ipsum with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 spc="140">
                <a:solidFill>
                  <a:srgbClr val="17705A"/>
                </a:solidFill>
                <a:latin typeface="Space Mono"/>
              </a:rPr>
              <a:t>CLUSTER 01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6211D"/>
                </a:solidFill>
                <a:latin typeface="Fraunces"/>
              </a:rPr>
              <a:t>Lorem ipsum experiences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17705A"/>
                </a:solidFill>
                <a:latin typeface="Fraunces"/>
              </a:rPr>
              <a:t>the flagship  ·  Lorem ipsum dolor sit amet, consectetur adipiscing elit.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1" i="0" spc="100">
                <a:solidFill>
                  <a:srgbClr val="16211D"/>
                </a:solidFill>
                <a:latin typeface="Space Mono"/>
              </a:rPr>
              <a:t>SEE THE LOREM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73736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938528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 spc="140">
                <a:solidFill>
                  <a:srgbClr val="17705A"/>
                </a:solidFill>
                <a:latin typeface="Space Mono"/>
              </a:rPr>
              <a:t>CLUSTER 02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6211D"/>
                </a:solidFill>
                <a:latin typeface="Fraunces"/>
              </a:rPr>
              <a:t>Dolor sit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17705A"/>
                </a:solidFill>
                <a:latin typeface="Fraunces"/>
              </a:rPr>
              <a:t>the one-on-one  ·  Lorem ipsum dolor sit amet, consectetur adipiscing elit.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1" i="0" spc="100">
                <a:solidFill>
                  <a:srgbClr val="16211D"/>
                </a:solidFill>
                <a:latin typeface="Space Mono"/>
              </a:rPr>
              <a:t>SEE THE LOREM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78807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 spc="140">
                <a:solidFill>
                  <a:srgbClr val="17705A"/>
                </a:solidFill>
                <a:latin typeface="Space Mono"/>
              </a:rPr>
              <a:t>CLUSTER 03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6211D"/>
                </a:solidFill>
                <a:latin typeface="Fraunces"/>
              </a:rPr>
              <a:t>Amet consectetur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17705A"/>
                </a:solidFill>
                <a:latin typeface="Fraunces"/>
              </a:rPr>
              <a:t>the tailoring  ·  Lorem ipsum dolor sit amet, consectetur adipiscing elit.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1" i="0" spc="100">
                <a:solidFill>
                  <a:srgbClr val="16211D"/>
                </a:solidFill>
                <a:latin typeface="Space Mono"/>
              </a:rPr>
              <a:t>SEE THE LOREM 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977639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4178807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 spc="140">
                <a:solidFill>
                  <a:srgbClr val="17705A"/>
                </a:solidFill>
                <a:latin typeface="Space Mono"/>
              </a:rPr>
              <a:t>CLUSTER 04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6211D"/>
                </a:solidFill>
                <a:latin typeface="Fraunces"/>
              </a:rPr>
              <a:t>Adipiscing elit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17705A"/>
                </a:solidFill>
                <a:latin typeface="Fraunces"/>
              </a:rPr>
              <a:t>the fun stuff  ·  Lorem ipsum dolor sit amet, consectetur adipiscing elit.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1" i="0" spc="100">
                <a:solidFill>
                  <a:srgbClr val="16211D"/>
                </a:solidFill>
                <a:latin typeface="Space Mono"/>
              </a:rPr>
              <a:t>SEE THE LOREM 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11 · ROWS, ACCORDIONS + CHIPS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0732" y="557784"/>
            <a:ext cx="8042148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6211D"/>
                </a:solidFill>
                <a:latin typeface="Fraunces"/>
              </a:rPr>
              <a:t>Content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6211D"/>
                </a:solidFill>
                <a:latin typeface="Fraunces"/>
              </a:rPr>
              <a:t>Lorem ipsum dolor you can't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97510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1" i="0" spc="100">
                <a:solidFill>
                  <a:srgbClr val="17705A"/>
                </a:solidFill>
                <a:latin typeface="Space Mono"/>
              </a:rPr>
              <a:t>+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>
                <a:solidFill>
                  <a:srgbClr val="16211D"/>
                </a:solidFill>
                <a:latin typeface="Fraunces"/>
              </a:rPr>
              <a:t>Lorem 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346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611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DISC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611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HOGAN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6118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LSI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56605B"/>
                </a:solidFill>
                <a:latin typeface="Work Sans"/>
              </a:rPr>
              <a:t>Accordion row (title + '+ MORE') and detail row (label left, copy right, chips).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12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1" i="0" spc="120">
                <a:solidFill>
                  <a:srgbClr val="17705A"/>
                </a:solidFill>
                <a:latin typeface="Space Mono"/>
              </a:rPr>
              <a:t>TOPIC CHIPS WALL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623560"/>
            <a:ext cx="1156716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LOREM IPSUM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2868" y="5623560"/>
            <a:ext cx="982980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DOLOR 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562356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AMET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3672" y="5623560"/>
            <a:ext cx="1156716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CONSECTETUR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4979" y="562356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ADIPISCING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9419" y="562356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ELIT INTEGER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7596" y="562356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POSUERE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3D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6211D"/>
                </a:solidFill>
                <a:latin typeface="Space Mono"/>
              </a:rPr>
              <a:t>12 · TESTIMONIAL CAROUSEL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3260" y="557784"/>
            <a:ext cx="8389620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6211D"/>
                </a:solidFill>
                <a:latin typeface="Fraunces"/>
              </a:rPr>
              <a:t>In their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6576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>
                <a:solidFill>
                  <a:srgbClr val="16211D"/>
                </a:solidFill>
                <a:latin typeface="Fraunces"/>
              </a:rPr>
              <a:t>“Lorem ipsum dolor sit amet, consectetur adipiscing elit. Integer posuere erat a ante venenatis dapibus posuere velit aliquet.”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56605B"/>
                </a:solidFill>
                <a:latin typeface="Space Mono"/>
              </a:rPr>
              <a:t>LOREM IPSUM · DOLOR, SIT AMET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783080"/>
            <a:ext cx="36576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79" y="205740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>
                <a:solidFill>
                  <a:srgbClr val="16211D"/>
                </a:solidFill>
                <a:latin typeface="Fraunces"/>
              </a:rPr>
              <a:t>“Lorem ipsum dolor sit amet, consectetur adipiscing elit. Integer posuere erat a ante venenatis dapibus posuere velit aliquet.”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4434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56605B"/>
                </a:solidFill>
                <a:latin typeface="Space Mono"/>
              </a:rPr>
              <a:t>LOREM IPSUM · DOLOR, SIT AMET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783080"/>
            <a:ext cx="329184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4688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>
                <a:solidFill>
                  <a:srgbClr val="16211D"/>
                </a:solidFill>
                <a:latin typeface="Fraunces"/>
              </a:rPr>
              <a:t>“Lorem ipsum dolor sit amet, consectetur adipiscing elit. Integer posuere erat a ante venenatis dapibus posuere velit aliquet.”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434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80">
                <a:solidFill>
                  <a:srgbClr val="56605B"/>
                </a:solidFill>
                <a:latin typeface="Space Mono"/>
              </a:rPr>
              <a:t>LOREM IPSUM · DOLOR, SIT AMET</a:t>
            </a:r>
          </a:p>
        </p:txBody>
      </p:sp>
      <p:sp>
        <p:nvSpPr>
          <p:cNvPr id="15" name="Oval 14"/>
          <p:cNvSpPr/>
          <p:nvPr/>
        </p:nvSpPr>
        <p:spPr>
          <a:xfrm>
            <a:off x="10607040" y="5212080"/>
            <a:ext cx="475488" cy="475488"/>
          </a:xfrm>
          <a:prstGeom prst="ellipse">
            <a:avLst/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16211D"/>
                </a:solidFill>
                <a:latin typeface="Work Sans"/>
              </a:rPr>
              <a:t>←</a:t>
            </a:r>
          </a:p>
        </p:txBody>
      </p:sp>
      <p:sp>
        <p:nvSpPr>
          <p:cNvPr id="16" name="Oval 15"/>
          <p:cNvSpPr/>
          <p:nvPr/>
        </p:nvSpPr>
        <p:spPr>
          <a:xfrm>
            <a:off x="11201400" y="5212080"/>
            <a:ext cx="475488" cy="475488"/>
          </a:xfrm>
          <a:prstGeom prst="ellipse">
            <a:avLst/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 i="0">
                <a:solidFill>
                  <a:srgbClr val="16211D"/>
                </a:solidFill>
                <a:latin typeface="Work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16211D"/>
                </a:solidFill>
                <a:latin typeface="Work Sans"/>
              </a:rPr>
              <a:t>Cards sit on the mint band; peeking third card implies swipe. Arrows bottom right.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93D9C2"/>
                </a:solidFill>
                <a:latin typeface="Space Mono"/>
              </a:rPr>
              <a:t>13 · DARK BAND +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649224"/>
            <a:ext cx="7772400" cy="254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FBFAF6"/>
                </a:solidFill>
                <a:latin typeface="Fraunces"/>
              </a:rPr>
              <a:t>A lorem ipsum traditional dolor can't offer</a:t>
            </a:r>
          </a:p>
        </p:txBody>
      </p:sp>
      <p:sp>
        <p:nvSpPr>
          <p:cNvPr id="6" name="Rounded Rectangle 5"/>
          <p:cNvSpPr/>
          <p:nvPr/>
        </p:nvSpPr>
        <p:spPr>
          <a:xfrm rot="21540000">
            <a:off x="731520" y="21945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EXPERIENCE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20+ lorem in ipsum, dolor + sit</a:t>
            </a:r>
          </a:p>
        </p:txBody>
      </p:sp>
      <p:sp>
        <p:nvSpPr>
          <p:cNvPr id="7" name="Rounded Rectangle 6"/>
          <p:cNvSpPr/>
          <p:nvPr/>
        </p:nvSpPr>
        <p:spPr>
          <a:xfrm rot="60000">
            <a:off x="4480559" y="21945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BACKGROUND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Senior lorem ipsum (incl. dolor + sit)</a:t>
            </a:r>
          </a:p>
        </p:txBody>
      </p:sp>
      <p:sp>
        <p:nvSpPr>
          <p:cNvPr id="8" name="Rounded Rectangle 7"/>
          <p:cNvSpPr/>
          <p:nvPr/>
        </p:nvSpPr>
        <p:spPr>
          <a:xfrm rot="21540000">
            <a:off x="8229600" y="21945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TRAINING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Lorem degree + professionally ipsum</a:t>
            </a:r>
          </a:p>
        </p:txBody>
      </p:sp>
      <p:sp>
        <p:nvSpPr>
          <p:cNvPr id="9" name="Rounded Rectangle 8"/>
          <p:cNvSpPr/>
          <p:nvPr/>
        </p:nvSpPr>
        <p:spPr>
          <a:xfrm rot="60000">
            <a:off x="731520" y="37947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CRAFT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Deep lorem and creative ipsum</a:t>
            </a:r>
          </a:p>
        </p:txBody>
      </p:sp>
      <p:sp>
        <p:nvSpPr>
          <p:cNvPr id="10" name="Rounded Rectangle 9"/>
          <p:cNvSpPr/>
          <p:nvPr/>
        </p:nvSpPr>
        <p:spPr>
          <a:xfrm rot="21540000">
            <a:off x="4480559" y="37947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PRODUCTION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Lorem partnership with Ipsum Dolor</a:t>
            </a:r>
          </a:p>
        </p:txBody>
      </p:sp>
      <p:sp>
        <p:nvSpPr>
          <p:cNvPr id="11" name="Rounded Rectangle 10"/>
          <p:cNvSpPr/>
          <p:nvPr/>
        </p:nvSpPr>
        <p:spPr>
          <a:xfrm rot="60000">
            <a:off x="8229600" y="3794760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FBFAF6"/>
          </a:solidFill>
          <a:ln w="317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850" b="1" i="0" spc="120">
                <a:solidFill>
                  <a:srgbClr val="17705A"/>
                </a:solidFill>
                <a:latin typeface="Space Mono"/>
              </a:rPr>
              <a:t>PARTNERSHIPS</a:t>
            </a:r>
          </a:p>
          <a:p>
            <a:pPr algn="l"/>
            <a:r>
              <a:rPr sz="1150" b="1" i="0">
                <a:solidFill>
                  <a:srgbClr val="16211D"/>
                </a:solidFill>
                <a:latin typeface="Work Sans"/>
              </a:rPr>
              <a:t>High-calibre lorem + ipsum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BDC6C1"/>
                </a:solidFill>
                <a:latin typeface="Work Sans"/>
              </a:rPr>
              <a:t>Ink band: paper tickets tilted 1°, mint-deep mono labels. Mint for emphasis text on dark.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14 · BIO + PARTNER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3260" y="557784"/>
            <a:ext cx="8389620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3108960"/>
          </a:xfrm>
          <a:prstGeom prst="roundRect">
            <a:avLst>
              <a:gd name="adj" fmla="val 9000"/>
            </a:avLst>
          </a:prstGeom>
          <a:effectLst>
            <a:outerShdw blurRad="0" dist="63500" dir="2700000" rotWithShape="0">
              <a:srgbClr val="16211D"/>
            </a:outerShdw>
          </a:effectLst>
          <a:pattFill prst="ltUpDiag">
            <a:fgClr>
              <a:srgbClr val="93D9C2"/>
            </a:fgClr>
            <a:bgClr>
              <a:srgbClr val="FBFAF6"/>
            </a:bgClr>
          </a:pattFill>
          <a:ln w="31750">
            <a:solidFill>
              <a:srgbClr val="162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346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750" b="1" i="0">
                <a:solidFill>
                  <a:srgbClr val="16211D"/>
                </a:solidFill>
                <a:latin typeface="Space Mono"/>
              </a:rPr>
              <a:t>PHOTO OF LOREM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4023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950" b="1" i="0" spc="140">
                <a:solidFill>
                  <a:srgbClr val="17705A"/>
                </a:solidFill>
                <a:latin typeface="Space Mono"/>
              </a:rPr>
              <a:t>FOUNDER + DIRECTOR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1" i="0">
                <a:solidFill>
                  <a:srgbClr val="16211D"/>
                </a:solidFill>
                <a:latin typeface="Fraunces"/>
              </a:rPr>
              <a:t>Lorem Ipsum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 dapibus posuere velit aliquet.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0" i="0">
                <a:solidFill>
                  <a:srgbClr val="56605B"/>
                </a:solidFill>
                <a:latin typeface="Work Sans"/>
              </a:rPr>
              <a:t>Lorem ipsum dolor sit amet, consectetur adipiscing elit. Cras mattis consectetur purus.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This is why lorem ipsum: dolor sit amet, consectetur.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63040"/>
            <a:ext cx="356616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550" b="1" i="0">
                <a:solidFill>
                  <a:srgbClr val="16211D"/>
                </a:solidFill>
                <a:latin typeface="Space Mono"/>
              </a:rPr>
              <a:t>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783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1" i="0" spc="100">
                <a:solidFill>
                  <a:srgbClr val="17705A"/>
                </a:solidFill>
                <a:latin typeface="Space Mono"/>
              </a:rPr>
              <a:t>LOREM + IPSUM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6211D"/>
                </a:solidFill>
                <a:latin typeface="Fraunces"/>
              </a:rPr>
              <a:t>Lorem Ipsum Consulting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56605B"/>
                </a:solidFill>
                <a:latin typeface="Work Sans"/>
              </a:rPr>
              <a:t>Lorem ipsum dolor sit amet, consectetur adipiscing elit. Integer posuere erat a ante venenatis.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10789920" cy="1188720"/>
          </a:xfrm>
          <a:prstGeom prst="roundRect">
            <a:avLst>
              <a:gd name="adj" fmla="val 10000"/>
            </a:avLst>
          </a:prstGeom>
          <a:solidFill>
            <a:srgbClr val="93D9C2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0" i="1">
                <a:solidFill>
                  <a:srgbClr val="16211D"/>
                </a:solidFill>
                <a:latin typeface="Fraunces"/>
              </a:rPr>
              <a:t>“Crafted by a lorem who blends ipsum, dolor, sit amet + real-world consectetur … creating a unique elit.”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15 · FORM + CONTACT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10128" y="557784"/>
            <a:ext cx="8302752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0350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 i="0">
                <a:solidFill>
                  <a:srgbClr val="16211D"/>
                </a:solidFill>
                <a:latin typeface="Fraunces"/>
              </a:rPr>
              <a:t>Book a lorem ipsum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Name</a:t>
            </a:r>
            <a:r>
              <a:rPr sz="1100" b="1" i="0">
                <a:solidFill>
                  <a:srgbClr val="17705A"/>
                </a:solidFill>
                <a:latin typeface="Work Sans"/>
              </a:rPr>
              <a:t> 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560320"/>
            <a:ext cx="2606040" cy="384048"/>
          </a:xfrm>
          <a:prstGeom prst="roundRect">
            <a:avLst>
              <a:gd name="adj" fmla="val 18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Lorem title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560320"/>
            <a:ext cx="2606040" cy="384048"/>
          </a:xfrm>
          <a:prstGeom prst="roundRect">
            <a:avLst>
              <a:gd name="adj" fmla="val 18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Email</a:t>
            </a:r>
            <a:r>
              <a:rPr sz="1100" b="1" i="0">
                <a:solidFill>
                  <a:srgbClr val="17705A"/>
                </a:solidFill>
                <a:latin typeface="Work Sans"/>
              </a:rPr>
              <a:t> 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474720"/>
            <a:ext cx="2606040" cy="384048"/>
          </a:xfrm>
          <a:prstGeom prst="roundRect">
            <a:avLst>
              <a:gd name="adj" fmla="val 18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20040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Ipsum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474720"/>
            <a:ext cx="2606040" cy="384048"/>
          </a:xfrm>
          <a:prstGeom prst="roundRect">
            <a:avLst>
              <a:gd name="adj" fmla="val 18000"/>
            </a:avLst>
          </a:prstGeom>
          <a:solidFill>
            <a:srgbClr val="FBFAF6"/>
          </a:solidFill>
          <a:ln w="2540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16211D"/>
                </a:solidFill>
                <a:latin typeface="Work Sans"/>
              </a:rPr>
              <a:t>Lorem of interest (optional):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526280"/>
            <a:ext cx="237744" cy="237744"/>
          </a:xfrm>
          <a:prstGeom prst="rect">
            <a:avLst/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16211D"/>
                </a:solidFill>
                <a:latin typeface="Work Sans"/>
              </a:rPr>
              <a:t>Lorem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526280"/>
            <a:ext cx="237744" cy="237744"/>
          </a:xfrm>
          <a:prstGeom prst="rect">
            <a:avLst/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526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16211D"/>
                </a:solidFill>
                <a:latin typeface="Work Sans"/>
              </a:rPr>
              <a:t>Ipsum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4526280"/>
            <a:ext cx="237744" cy="237744"/>
          </a:xfrm>
          <a:prstGeom prst="rect">
            <a:avLst/>
          </a:prstGeom>
          <a:solidFill>
            <a:srgbClr val="FBFAF6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16211D"/>
                </a:solidFill>
                <a:latin typeface="Work Sans"/>
              </a:rPr>
              <a:t>Dolor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1206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93D9C2"/>
          </a:solidFill>
          <a:ln w="2540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 spc="100">
                <a:solidFill>
                  <a:srgbClr val="16211D"/>
                </a:solidFill>
                <a:latin typeface="Space Mono"/>
              </a:rPr>
              <a:t>SUBMIT 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71600"/>
            <a:ext cx="42062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6211D"/>
            </a:solidFill>
          </a:ln>
          <a:effectLst>
            <a:outerShdw blurRad="0" dist="63500" dir="2700000" rotWithShape="0">
              <a:srgbClr val="16211D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645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 i="0">
                <a:solidFill>
                  <a:srgbClr val="16211D"/>
                </a:solidFill>
                <a:latin typeface="Fraunces"/>
              </a:rPr>
              <a:t>Lorem Ipsum</a:t>
            </a:r>
          </a:p>
        </p:txBody>
      </p:sp>
      <p:sp>
        <p:nvSpPr>
          <p:cNvPr id="25" name="Oval 24"/>
          <p:cNvSpPr/>
          <p:nvPr/>
        </p:nvSpPr>
        <p:spPr>
          <a:xfrm>
            <a:off x="7635240" y="2148840"/>
            <a:ext cx="384048" cy="384048"/>
          </a:xfrm>
          <a:prstGeom prst="ellipse">
            <a:avLst/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16211D"/>
                </a:solidFill>
                <a:latin typeface="Work Sans"/>
              </a:rPr>
              <a:t>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2128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6211D"/>
                </a:solidFill>
                <a:latin typeface="Work Sans"/>
              </a:rPr>
              <a:t>+61 400 000 000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2697480"/>
            <a:ext cx="384048" cy="384048"/>
          </a:xfrm>
          <a:prstGeom prst="ellipse">
            <a:avLst/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16211D"/>
                </a:solidFill>
                <a:latin typeface="Work Sans"/>
              </a:rPr>
              <a:t>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76148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6211D"/>
                </a:solidFill>
                <a:latin typeface="Work Sans"/>
              </a:rPr>
              <a:t>lorem@ipsumdolor.com.au</a:t>
            </a:r>
          </a:p>
        </p:txBody>
      </p:sp>
      <p:sp>
        <p:nvSpPr>
          <p:cNvPr id="29" name="Oval 28"/>
          <p:cNvSpPr/>
          <p:nvPr/>
        </p:nvSpPr>
        <p:spPr>
          <a:xfrm>
            <a:off x="7635240" y="3246120"/>
            <a:ext cx="384048" cy="384048"/>
          </a:xfrm>
          <a:prstGeom prst="ellipse">
            <a:avLst/>
          </a:prstGeom>
          <a:solidFill>
            <a:srgbClr val="93D9C2"/>
          </a:solidFill>
          <a:ln w="19050">
            <a:solidFill>
              <a:srgbClr val="16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 i="0">
                <a:solidFill>
                  <a:srgbClr val="16211D"/>
                </a:solidFill>
                <a:latin typeface="Work Sans"/>
              </a:rPr>
              <a:t>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3101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6211D"/>
                </a:solidFill>
                <a:latin typeface="Work Sans"/>
              </a:rPr>
              <a:t>Head office located in Lorem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8862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56605B"/>
                </a:solidFill>
                <a:latin typeface="Work Sans"/>
              </a:rPr>
              <a:t>Prefer lorem? Ipsum dolor sit amet + consectetur.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 spc="160">
                <a:solidFill>
                  <a:srgbClr val="17705A"/>
                </a:solidFill>
                <a:latin typeface="Space Mono"/>
              </a:rPr>
              <a:t>16 · FOOTER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441448" y="557784"/>
            <a:ext cx="9171432" cy="2540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91695" cy="4023360"/>
          </a:xfrm>
          <a:prstGeom prst="rect">
            <a:avLst/>
          </a:prstGeom>
          <a:solidFill>
            <a:srgbClr val="16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1" i="0" spc="140">
                <a:solidFill>
                  <a:srgbClr val="93D9C2"/>
                </a:solidFill>
                <a:latin typeface="Space Mono"/>
              </a:rPr>
              <a:t>HUMAN EDGE LEADERSHIP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50" b="0" i="0">
                <a:solidFill>
                  <a:srgbClr val="BDC6C1"/>
                </a:solidFill>
                <a:latin typeface="Work Sans"/>
              </a:rPr>
              <a:t>Lorem ipsum dolor for the sit era. Real amet + no consectetur. Elit + deep integer.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2743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FBFAF6"/>
                </a:solidFill>
                <a:latin typeface="Fraunces"/>
              </a:rPr>
              <a:t>Explore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Lorem ipsum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Dolor sit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Amet + consectetur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1089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FBFAF6"/>
                </a:solidFill>
                <a:latin typeface="Fraunces"/>
              </a:rPr>
              <a:t>Contact us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Lorem Ipsum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+61 400 000 000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D9DDDA"/>
                </a:solidFill>
                <a:latin typeface="Work Sans"/>
              </a:rPr>
              <a:t>lorem@ipsumdolor.com.au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10698480" cy="12700"/>
          </a:xfrm>
          <a:prstGeom prst="rect">
            <a:avLst/>
          </a:prstGeom>
          <a:solidFill>
            <a:srgbClr val="4A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BDC6C1"/>
                </a:solidFill>
                <a:latin typeface="Work Sans"/>
              </a:rPr>
              <a:t>© Lorem Ipsum Dolor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BDC6C1"/>
                </a:solidFill>
                <a:latin typeface="Work Sans"/>
              </a:rPr>
              <a:t>Made in Lorem.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