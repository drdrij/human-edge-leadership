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640080"/>
            <a:ext cx="548640" cy="5486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713232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BRAND TEMPLATE · FOR THE AI 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7863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5400" b="1" i="0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54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5400" b="1" i="0">
                <a:solidFill>
                  <a:srgbClr val="16211D"/>
                </a:solidFill>
                <a:latin typeface="Fraunces"/>
              </a:rPr>
              <a:t> consectetur.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5394960"/>
            <a:ext cx="237744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 AMET</a:t>
            </a:r>
          </a:p>
        </p:txBody>
      </p:sp>
      <p:sp>
        <p:nvSpPr>
          <p:cNvPr id="10" name="Oval 9"/>
          <p:cNvSpPr/>
          <p:nvPr/>
        </p:nvSpPr>
        <p:spPr>
          <a:xfrm>
            <a:off x="10309860" y="1737360"/>
            <a:ext cx="2171700" cy="2171700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9052560" y="2766060"/>
            <a:ext cx="1828800" cy="2400300"/>
          </a:xfrm>
          <a:prstGeom prst="round2SameRect">
            <a:avLst>
              <a:gd name="adj1" fmla="val 100000"/>
              <a:gd name="adj2" fmla="val 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07424" y="3066097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07424" y="3366135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07424" y="3666172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7424" y="3966210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07424" y="4266247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07424" y="4566285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07424" y="4866322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>
            <a:off x="10995660" y="3623310"/>
            <a:ext cx="1600200" cy="1543050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1240000">
            <a:off x="9452610" y="3737610"/>
            <a:ext cx="2114550" cy="457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01 · COLOUR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02052" y="649224"/>
            <a:ext cx="87279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Colours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Ink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#16211D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Text, borders, dark bands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Paper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#FBFAF6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Page + slide background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Mint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#93D9C2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Accent fills, pills, highlights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7705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Mint deep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#17705A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Labels, emphasis, links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56605B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Grey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#56605B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Secondary body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16211D"/>
                </a:solidFill>
                <a:latin typeface="Work Sans"/>
              </a:rPr>
              <a:t>Usage: </a:t>
            </a:r>
            <a:r>
              <a:rPr sz="1200" b="0" i="0">
                <a:solidFill>
                  <a:srgbClr val="56605B"/>
                </a:solidFill>
                <a:latin typeface="Work Sans"/>
              </a:rPr>
              <a:t>paper backgrounds, ink type, mint in small confident doses. Join phrases with + instead of dashes. Lorem ipsum dolor sit amet, consectetur adipiscing elit.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02 · TYPOGRAPHY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2354580" y="649224"/>
            <a:ext cx="907541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Type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766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FRAUNCES · HEADLINES + DISPLAY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34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200" b="0" i="1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22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2200" b="0" i="1">
                <a:solidFill>
                  <a:srgbClr val="16211D"/>
                </a:solidFill>
                <a:latin typeface="Fraunces"/>
              </a:rPr>
              <a:t> — italic accents in mint deep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WORK SANS · BODY COPY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 Cras mattis consectetur purus sit amet fermentum.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SPACE MONO · LABELS, PILLS + NUMBERS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00" b="1" i="0" spc="160">
                <a:solidFill>
                  <a:srgbClr val="16211D"/>
                </a:solidFill>
                <a:latin typeface="Space Mono"/>
              </a:rPr>
              <a:t>LOREM IPSUM · DOLOR SIT · 20+ AMET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828800"/>
            <a:ext cx="356616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Fonts to install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All free on Google Fonts: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fonts.google.com/specimen/Fraunces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fonts.google.com/specimen/Work+Sans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fonts.google.com/specimen/Space+Mono</a:t>
            </a:r>
          </a:p>
          <a:p>
            <a:pPr algn="l"/>
            <a:r>
              <a:rPr sz="1050" b="0" i="0">
                <a:solidFill>
                  <a:srgbClr val="56605B"/>
                </a:solidFill>
                <a:latin typeface="Work Sans"/>
              </a:rPr>
              <a:t>Install before editing so text renders in brand type.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03 · LOGO + 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8315" y="649224"/>
            <a:ext cx="890168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Logo + marks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03120"/>
            <a:ext cx="1005840" cy="10058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H roundel</a:t>
            </a:r>
          </a:p>
        </p:txBody>
      </p:sp>
      <p:sp>
        <p:nvSpPr>
          <p:cNvPr id="8" name="Oval 7"/>
          <p:cNvSpPr/>
          <p:nvPr/>
        </p:nvSpPr>
        <p:spPr>
          <a:xfrm>
            <a:off x="3291840" y="2240280"/>
            <a:ext cx="475488" cy="475488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86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291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Lockup: roundel + wordmark in Space Mono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06240"/>
            <a:ext cx="3749039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PROFOUNDLY HUMAN · LOREM IPSUM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51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Kicker pill: outlined, Space Mono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40">
                <a:solidFill>
                  <a:srgbClr val="93D9C2"/>
                </a:solidFill>
                <a:latin typeface="Space Mono"/>
              </a:rPr>
              <a:t>ON DARK: </a:t>
            </a:r>
            <a:r>
              <a:rPr sz="1300" b="0" i="0">
                <a:solidFill>
                  <a:srgbClr val="FBFAF6"/>
                </a:solidFill>
                <a:latin typeface="Work Sans"/>
              </a:rPr>
              <a:t>  mint labels + paper text. Lorem ipsum dolor sit amet.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04 · BUTTONS +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75788" y="649224"/>
            <a:ext cx="8554211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Buttons, pills +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PRIMARY · MINT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16211D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FBFAF6"/>
                </a:solidFill>
                <a:latin typeface="Space Mono"/>
              </a:rPr>
              <a:t>STANDARD · 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GHOST · OUTLINE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Primary carries the hard offset shadow. One primary per slide; lorem ipsum dolor sit amet.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SECTION LABEL · LOREM IPSUM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3657600"/>
            <a:ext cx="75895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act-label: mono caps in mint deep + 2pt ink rule to the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6344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2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6634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SKILL 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tags + chips for topics and categories. Join with + (never dashes): Lorem + Ipsum + Dolor.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05 ·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39" y="649224"/>
            <a:ext cx="950975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Dolor sit amet</a:t>
            </a:r>
          </a:p>
          <a:p>
            <a:pPr algn="l"/>
            <a:r>
              <a:rPr sz="1100" b="0" i="1">
                <a:solidFill>
                  <a:srgbClr val="17705A"/>
                </a:solidFill>
                <a:latin typeface="Fraunces"/>
              </a:rPr>
              <a:t>the lorem ipsum</a:t>
            </a:r>
          </a:p>
          <a:p>
            <a:pPr algn="l"/>
            <a:r>
              <a:rPr sz="1100" b="0" i="0">
                <a:solidFill>
                  <a:srgbClr val="16211D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95160" y="21945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Ipsum dolor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purus.</a:t>
            </a:r>
          </a:p>
        </p:txBody>
      </p:sp>
      <p:sp>
        <p:nvSpPr>
          <p:cNvPr id="11" name="Rounded Rectangle 10"/>
          <p:cNvSpPr/>
          <p:nvPr/>
        </p:nvSpPr>
        <p:spPr>
          <a:xfrm rot="21540000">
            <a:off x="9372600" y="192024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20+ lorem ipsum dolor sit</a:t>
            </a:r>
          </a:p>
        </p:txBody>
      </p:sp>
      <p:sp>
        <p:nvSpPr>
          <p:cNvPr id="12" name="Rounded Rectangle 11"/>
          <p:cNvSpPr/>
          <p:nvPr/>
        </p:nvSpPr>
        <p:spPr>
          <a:xfrm rot="60000">
            <a:off x="9464040" y="356616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Lorem ipsum + dolor amet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White card · mint cluster card · tag card · ticket cards (tilted 1–2°). All carry the 2.5pt ink border + hard shadow.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06 · BRAND 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67712" y="649224"/>
            <a:ext cx="916228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Cut-paper art + dividers</a:t>
            </a:r>
          </a:p>
        </p:txBody>
      </p:sp>
      <p:sp>
        <p:nvSpPr>
          <p:cNvPr id="6" name="Oval 5"/>
          <p:cNvSpPr/>
          <p:nvPr/>
        </p:nvSpPr>
        <p:spPr>
          <a:xfrm>
            <a:off x="2203704" y="2011680"/>
            <a:ext cx="1911095" cy="1911095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1097280" y="2916936"/>
            <a:ext cx="1609344" cy="2112264"/>
          </a:xfrm>
          <a:prstGeom prst="round2SameRect">
            <a:avLst>
              <a:gd name="adj1" fmla="val 100000"/>
              <a:gd name="adj2" fmla="val 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52144" y="3180969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2144" y="3445002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2144" y="3709035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2144" y="3973068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2144" y="4237101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2144" y="4501134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2144" y="4765167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2807208" y="3671316"/>
            <a:ext cx="1408176" cy="1357884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1240000">
            <a:off x="1449324" y="3771900"/>
            <a:ext cx="1860804" cy="402336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cut-paper composition: circle, striped arch, triangle + ticket.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286000"/>
            <a:ext cx="6400800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8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22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9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6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94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51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08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65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22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0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7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51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2697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Film sprocket divider between major sections.</a:t>
            </a:r>
          </a:p>
        </p:txBody>
      </p:sp>
      <p:sp>
        <p:nvSpPr>
          <p:cNvPr id="34" name="Oval 33"/>
          <p:cNvSpPr/>
          <p:nvPr/>
        </p:nvSpPr>
        <p:spPr>
          <a:xfrm>
            <a:off x="512064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C</a:t>
            </a:r>
          </a:p>
        </p:txBody>
      </p:sp>
      <p:sp>
        <p:nvSpPr>
          <p:cNvPr id="35" name="Oval 34"/>
          <p:cNvSpPr/>
          <p:nvPr/>
        </p:nvSpPr>
        <p:spPr>
          <a:xfrm>
            <a:off x="6126479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S</a:t>
            </a:r>
          </a:p>
        </p:txBody>
      </p:sp>
      <p:sp>
        <p:nvSpPr>
          <p:cNvPr id="36" name="Oval 35"/>
          <p:cNvSpPr/>
          <p:nvPr/>
        </p:nvSpPr>
        <p:spPr>
          <a:xfrm>
            <a:off x="713232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43484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Icon roundels: mint circle + ink border. Drop a simple line icon or initial inside.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1 · LOREM IPSUM · DOLOR SIT AMET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5676" y="1289304"/>
            <a:ext cx="734720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16211D"/>
                </a:solidFill>
                <a:latin typeface="Fraunces"/>
              </a:rPr>
              <a:t>Lorem ipsum dolor sit amet, </a:t>
            </a:r>
            <a:r>
              <a:rPr sz="4400" b="0" i="1">
                <a:solidFill>
                  <a:srgbClr val="17705A"/>
                </a:solidFill>
                <a:latin typeface="Fraunces"/>
              </a:rPr>
              <a:t>consectetur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2 · LOREM IPSUM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88920" y="649224"/>
            <a:ext cx="882396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920240"/>
            <a:ext cx="12191695" cy="4114800"/>
          </a:xfrm>
          <a:prstGeom prst="rect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1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2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3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LOREM IPSUM · IN THEIR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3483864" y="649224"/>
            <a:ext cx="812901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20240" y="1737360"/>
            <a:ext cx="8321040" cy="30175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 Cras mattis consectetur purus sit amet fermentum.”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02920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LOREM IPSUM · DOLOR SIT AMET, CONSECTETUR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284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083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2882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680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4479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78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6076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6875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674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8473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9271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070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869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1668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2466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3265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064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4862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5661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6460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7259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88057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38856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89655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 i="0" spc="160">
                <a:solidFill>
                  <a:srgbClr val="17705A"/>
                </a:solidFill>
                <a:latin typeface="Space Mono"/>
              </a:rPr>
              <a:t>— LOREM IPSUM · DOLOR SIT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4800" b="1" i="0">
                <a:solidFill>
                  <a:srgbClr val="16211D"/>
                </a:solidFill>
                <a:latin typeface="Fraunces"/>
              </a:rPr>
              <a:t>Lorem ipsum </a:t>
            </a:r>
            <a:r>
              <a:rPr sz="4800" b="0" i="1">
                <a:solidFill>
                  <a:srgbClr val="17705A"/>
                </a:solidFill>
                <a:latin typeface="Fraunces"/>
              </a:rPr>
              <a:t>dolor?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36576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2040" y="4754880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1" i="0" spc="140">
                <a:solidFill>
                  <a:srgbClr val="56605B"/>
                </a:solidFill>
                <a:latin typeface="Space Mono"/>
              </a:rPr>
              <a:t>HUMAN EDGE LEADERSHIP · LOREM IPSUM DOLOR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07 · LAYOUT: HERO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9524" y="557784"/>
            <a:ext cx="856335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601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LOREM IPSUM · DOLOR SIT AMET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309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4000" b="1" i="0">
                <a:solidFill>
                  <a:srgbClr val="16211D"/>
                </a:solidFill>
                <a:latin typeface="Fraunces"/>
              </a:rPr>
              <a:t>Lorem ipsum dolor. </a:t>
            </a:r>
            <a:r>
              <a:rPr sz="40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4000" b="1" i="0">
                <a:solidFill>
                  <a:srgbClr val="16211D"/>
                </a:solidFill>
                <a:latin typeface="Fraunces"/>
              </a:rPr>
              <a:t> consectetur elit.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56605B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9204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489204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20">
                <a:solidFill>
                  <a:srgbClr val="56605B"/>
                </a:solidFill>
                <a:latin typeface="Space Mono"/>
              </a:rPr>
              <a:t>20+ LOREM + IPSUM      DOLOR + SIT      AMET + CONSECTETUR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554480"/>
            <a:ext cx="4023360" cy="3017520"/>
          </a:xfrm>
          <a:prstGeom prst="roundRect">
            <a:avLst>
              <a:gd name="adj" fmla="val 8000"/>
            </a:avLst>
          </a:prstGeom>
          <a:solidFill>
            <a:srgbClr val="10201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98280" y="2743199"/>
            <a:ext cx="640080" cy="640080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9309506" y="2922422"/>
            <a:ext cx="256031" cy="281635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5240" y="4005072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SHOT 1 · LOREM IPSUM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7091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Video card: dark frame + play roundel + caption chip.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08 · MEDIA CARDS + PLACEHOLDERS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744468" y="557784"/>
            <a:ext cx="786841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Stills, video + image placeholders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8" y="1892807"/>
            <a:ext cx="3255264" cy="2240280"/>
          </a:xfrm>
          <a:prstGeom prst="rect">
            <a:avLst/>
          </a:prstGeom>
          <a:solidFill>
            <a:srgbClr val="10201A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STILL 037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53128" y="1892807"/>
            <a:ext cx="3255264" cy="2240280"/>
          </a:xfrm>
          <a:prstGeom prst="rect">
            <a:avLst/>
          </a:prstGeom>
          <a:solidFill>
            <a:srgbClr val="10201A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SAMPLE REEL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DOLOR SIT</a:t>
            </a:r>
          </a:p>
        </p:txBody>
      </p:sp>
      <p:sp>
        <p:nvSpPr>
          <p:cNvPr id="12" name="Oval 11"/>
          <p:cNvSpPr/>
          <p:nvPr/>
        </p:nvSpPr>
        <p:spPr>
          <a:xfrm>
            <a:off x="5806440" y="2651760"/>
            <a:ext cx="548640" cy="548640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5987491" y="2805379"/>
            <a:ext cx="219456" cy="241401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0728" y="1892807"/>
            <a:ext cx="3255264" cy="2240280"/>
          </a:xfrm>
          <a:prstGeom prst="rect">
            <a:avLst/>
          </a:prstGeom>
          <a:effectLst/>
          <a:pattFill prst="ltUpDiag">
            <a:fgClr>
              <a:srgbClr val="93D9C2"/>
            </a:fgClr>
            <a:bgClr>
              <a:srgbClr val="FBFAF6"/>
            </a:bgClr>
          </a:pattFill>
          <a:ln w="190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0" y="280263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PHOTO COMING SOON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STILL 003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COMING SOON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29200"/>
            <a:ext cx="3383280" cy="1188720"/>
          </a:xfrm>
          <a:prstGeom prst="roundRect">
            <a:avLst>
              <a:gd name="adj" fmla="val 9000"/>
            </a:avLst>
          </a:prstGeom>
          <a:effectLst>
            <a:outerShdw blurRad="0" dist="63500" dir="2700000" rotWithShape="0">
              <a:srgbClr val="16211D"/>
            </a:outerShdw>
          </a:effectLst>
          <a:pattFill prst="ltUpDiag">
            <a:fgClr>
              <a:srgbClr val="93D9C2"/>
            </a:fgClr>
            <a:bgClr>
              <a:srgbClr val="FBFAF6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544068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00" b="1" i="0">
                <a:solidFill>
                  <a:srgbClr val="16211D"/>
                </a:solidFill>
                <a:latin typeface="Space Mono"/>
              </a:rPr>
              <a:t>PHOTO OF LOREM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12064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diagonal stripes mark any image slot still waiting on content. Caption bar: Space Mono caps, label left + detail right in grey.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09 · LAYOUT: CHALLENGE GRID</a:t>
            </a:r>
          </a:p>
        </p:txBody>
      </p:sp>
      <p:sp>
        <p:nvSpPr>
          <p:cNvPr id="4" name="Rectangle 3"/>
          <p:cNvSpPr/>
          <p:nvPr/>
        </p:nvSpPr>
        <p:spPr>
          <a:xfrm>
            <a:off x="3396996" y="557784"/>
            <a:ext cx="8215883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6211D"/>
                </a:solidFill>
                <a:latin typeface="Fraunces"/>
              </a:rPr>
              <a:t>Lorem ipsum dolor, the </a:t>
            </a:r>
            <a:r>
              <a:rPr sz="2800" b="1" i="0">
                <a:solidFill>
                  <a:srgbClr val="17705A"/>
                </a:solidFill>
                <a:latin typeface="Fraunces"/>
              </a:rPr>
              <a:t>critical sit amet persist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NICE LOREM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862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IPSUM + DOLOR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SIT + AMET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CONSECTETUR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1">
                <a:solidFill>
                  <a:srgbClr val="17705A"/>
                </a:solidFill>
                <a:latin typeface="Fraunces"/>
              </a:rPr>
              <a:t>Lorem ipsum dolor sit amet, consectetur adipiscing elit venenatis dapibus.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10 · LAYOUT: CLUSTER TILES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10128" y="557784"/>
            <a:ext cx="830275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Four lorem to ipsum with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Lorem ipsum experiences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flagship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73736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1938528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02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Dolor sit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one-on-one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78807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03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Amet consectetur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tailoring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4178807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04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Adipiscing elit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fun stuff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11 · ROWS, ACCORDIONS + CHIPS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0732" y="557784"/>
            <a:ext cx="80421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Content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Lorem ipsum dolor you can't skip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97510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00">
                <a:solidFill>
                  <a:srgbClr val="17705A"/>
                </a:solidFill>
                <a:latin typeface="Space Mono"/>
              </a:rPr>
              <a:t>+ MORE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106984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>
                <a:solidFill>
                  <a:srgbClr val="16211D"/>
                </a:solidFill>
                <a:latin typeface="Fraunces"/>
              </a:rPr>
              <a:t>Lorem coaching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83464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DISC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HOGAN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LSI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Accordion row (title + '+ MORE') and detail row (label left, copy right, chips).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10698480" cy="1097280"/>
          </a:xfrm>
          <a:prstGeom prst="roundRect">
            <a:avLst>
              <a:gd name="adj" fmla="val 12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20">
                <a:solidFill>
                  <a:srgbClr val="17705A"/>
                </a:solidFill>
                <a:latin typeface="Space Mono"/>
              </a:rPr>
              <a:t>TOPIC CHIPS WALL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5623560"/>
            <a:ext cx="1156716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2868" y="5623560"/>
            <a:ext cx="98298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DOLOR 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39" y="562356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AMET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672" y="5623560"/>
            <a:ext cx="1156716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CONSECTETUR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4979" y="5623560"/>
            <a:ext cx="1069848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ADIPISCING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89419" y="56235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ELIT INTEGER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97596" y="5623560"/>
            <a:ext cx="809244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POSUERE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3D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6211D"/>
                </a:solidFill>
                <a:latin typeface="Space Mono"/>
              </a:rPr>
              <a:t>12 · TESTIMONIAL CAROUSEL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23260" y="557784"/>
            <a:ext cx="83896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In their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65760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1783080"/>
            <a:ext cx="365760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79" y="205740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79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783080"/>
            <a:ext cx="329184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057400"/>
            <a:ext cx="24688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0" y="5212080"/>
            <a:ext cx="475488" cy="475488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Work Sans"/>
              </a:rPr>
              <a:t>←</a:t>
            </a:r>
          </a:p>
        </p:txBody>
      </p:sp>
      <p:sp>
        <p:nvSpPr>
          <p:cNvPr id="16" name="Oval 15"/>
          <p:cNvSpPr/>
          <p:nvPr/>
        </p:nvSpPr>
        <p:spPr>
          <a:xfrm>
            <a:off x="11201400" y="5212080"/>
            <a:ext cx="475488" cy="475488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Work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Cards sit on the mint band; peeking third card implies swipe. Arrows bottom right.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93D9C2"/>
                </a:solidFill>
                <a:latin typeface="Space Mono"/>
              </a:rPr>
              <a:t>13 · DARK BAND + TICKETS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649224"/>
            <a:ext cx="7772400" cy="254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FBFAF6"/>
                </a:solidFill>
                <a:latin typeface="Fraunces"/>
              </a:rPr>
              <a:t>A lorem ipsum traditional dolor can't offer</a:t>
            </a:r>
          </a:p>
        </p:txBody>
      </p:sp>
      <p:sp>
        <p:nvSpPr>
          <p:cNvPr id="6" name="Rounded Rectangle 5"/>
          <p:cNvSpPr/>
          <p:nvPr/>
        </p:nvSpPr>
        <p:spPr>
          <a:xfrm rot="21540000">
            <a:off x="731520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20+ lorem in ipsum, dolor + sit</a:t>
            </a:r>
          </a:p>
        </p:txBody>
      </p:sp>
      <p:sp>
        <p:nvSpPr>
          <p:cNvPr id="7" name="Rounded Rectangle 6"/>
          <p:cNvSpPr/>
          <p:nvPr/>
        </p:nvSpPr>
        <p:spPr>
          <a:xfrm rot="60000">
            <a:off x="4480559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BACKGROUND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Senior lorem ipsum (incl. dolor + sit)</a:t>
            </a:r>
          </a:p>
        </p:txBody>
      </p:sp>
      <p:sp>
        <p:nvSpPr>
          <p:cNvPr id="8" name="Rounded Rectangle 7"/>
          <p:cNvSpPr/>
          <p:nvPr/>
        </p:nvSpPr>
        <p:spPr>
          <a:xfrm rot="21540000">
            <a:off x="8229600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TRAINING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Lorem degree + professionally ipsum</a:t>
            </a:r>
          </a:p>
        </p:txBody>
      </p:sp>
      <p:sp>
        <p:nvSpPr>
          <p:cNvPr id="9" name="Rounded Rectangle 8"/>
          <p:cNvSpPr/>
          <p:nvPr/>
        </p:nvSpPr>
        <p:spPr>
          <a:xfrm rot="60000">
            <a:off x="731520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Deep lorem and creative ipsum</a:t>
            </a:r>
          </a:p>
        </p:txBody>
      </p:sp>
      <p:sp>
        <p:nvSpPr>
          <p:cNvPr id="10" name="Rounded Rectangle 9"/>
          <p:cNvSpPr/>
          <p:nvPr/>
        </p:nvSpPr>
        <p:spPr>
          <a:xfrm rot="21540000">
            <a:off x="4480559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PRODUCTION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Lorem partnership with Ipsum Dolor</a:t>
            </a:r>
          </a:p>
        </p:txBody>
      </p:sp>
      <p:sp>
        <p:nvSpPr>
          <p:cNvPr id="11" name="Rounded Rectangle 10"/>
          <p:cNvSpPr/>
          <p:nvPr/>
        </p:nvSpPr>
        <p:spPr>
          <a:xfrm rot="60000">
            <a:off x="8229600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PARTNERSHIPS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High-calibre lorem + ipsum 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BDC6C1"/>
                </a:solidFill>
                <a:latin typeface="Work Sans"/>
              </a:rPr>
              <a:t>Ink band: paper tickets tilted 1°, mint-deep mono labels. Mint for emphasis text on dark.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14 · BIO + PARTNER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23260" y="557784"/>
            <a:ext cx="83896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3108960"/>
          </a:xfrm>
          <a:prstGeom prst="roundRect">
            <a:avLst>
              <a:gd name="adj" fmla="val 9000"/>
            </a:avLst>
          </a:prstGeom>
          <a:effectLst>
            <a:outerShdw blurRad="0" dist="63500" dir="2700000" rotWithShape="0">
              <a:srgbClr val="16211D"/>
            </a:outerShdw>
          </a:effectLst>
          <a:pattFill prst="ltUpDiag">
            <a:fgClr>
              <a:srgbClr val="93D9C2"/>
            </a:fgClr>
            <a:bgClr>
              <a:srgbClr val="FBFAF6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3464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PHOTO OF LOREM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4630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FOUNDER + DIRECTOR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24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consectetur purus.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This is why lorem ipsum: dolor sit amet, consectetur.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63040"/>
            <a:ext cx="356616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50" b="1" i="0">
                <a:solidFill>
                  <a:srgbClr val="16211D"/>
                </a:solidFill>
                <a:latin typeface="Space Mono"/>
              </a:rPr>
              <a:t>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17830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100">
                <a:solidFill>
                  <a:srgbClr val="17705A"/>
                </a:solidFill>
                <a:latin typeface="Space Mono"/>
              </a:rPr>
              <a:t>LOREM + IPSUM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Lorem Ipsum Consulting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80"/>
            <a:ext cx="10789920" cy="11887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0" i="1">
                <a:solidFill>
                  <a:srgbClr val="16211D"/>
                </a:solidFill>
                <a:latin typeface="Fraunces"/>
              </a:rPr>
              <a:t>“Crafted by a lorem who blends ipsum, dolor, sit amet + real-world consectetur … creating a unique elit.”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15 · FORM + CONTACT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10128" y="557784"/>
            <a:ext cx="830275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0350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459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Book a lorem ipsum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Name</a:t>
            </a:r>
            <a:r>
              <a:rPr sz="1100" b="1" i="0">
                <a:solidFill>
                  <a:srgbClr val="17705A"/>
                </a:solidFill>
                <a:latin typeface="Work Sans"/>
              </a:rPr>
              <a:t> 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5603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Lorem title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25603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004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Email</a:t>
            </a:r>
            <a:r>
              <a:rPr sz="1100" b="1" i="0">
                <a:solidFill>
                  <a:srgbClr val="17705A"/>
                </a:solidFill>
                <a:latin typeface="Work Sans"/>
              </a:rPr>
              <a:t> 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34747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2004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Ipsum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4747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605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Lorem of interest (optional):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Lorem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Ipsum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Dolor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1206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SUBMIT FORM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371600"/>
            <a:ext cx="42062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1" i="0">
                <a:solidFill>
                  <a:srgbClr val="16211D"/>
                </a:solidFill>
                <a:latin typeface="Fraunces"/>
              </a:rPr>
              <a:t>Lorem Ipsum</a:t>
            </a:r>
          </a:p>
        </p:txBody>
      </p:sp>
      <p:sp>
        <p:nvSpPr>
          <p:cNvPr id="25" name="Oval 24"/>
          <p:cNvSpPr/>
          <p:nvPr/>
        </p:nvSpPr>
        <p:spPr>
          <a:xfrm>
            <a:off x="7635240" y="214884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2128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+61 400 000 000</a:t>
            </a:r>
          </a:p>
        </p:txBody>
      </p:sp>
      <p:sp>
        <p:nvSpPr>
          <p:cNvPr id="27" name="Oval 26"/>
          <p:cNvSpPr/>
          <p:nvPr/>
        </p:nvSpPr>
        <p:spPr>
          <a:xfrm>
            <a:off x="7635240" y="269748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76148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lorem@ipsumdolor.com.au</a:t>
            </a:r>
          </a:p>
        </p:txBody>
      </p:sp>
      <p:sp>
        <p:nvSpPr>
          <p:cNvPr id="29" name="Oval 28"/>
          <p:cNvSpPr/>
          <p:nvPr/>
        </p:nvSpPr>
        <p:spPr>
          <a:xfrm>
            <a:off x="7635240" y="324612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31012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Head office located in Lorem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8862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Prefer lorem? Ipsum dolor sit amet + consectetur.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16 · FOOTER BAND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2441448" y="557784"/>
            <a:ext cx="917143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463040"/>
            <a:ext cx="12191695" cy="402336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 i="0" spc="140">
                <a:solidFill>
                  <a:srgbClr val="93D9C2"/>
                </a:solidFill>
                <a:latin typeface="Space Mono"/>
              </a:rPr>
              <a:t>HUMAN EDGE LEADERSHIP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 i="0">
                <a:solidFill>
                  <a:srgbClr val="BDC6C1"/>
                </a:solidFill>
                <a:latin typeface="Work Sans"/>
              </a:rPr>
              <a:t>Lorem ipsum dolor for the sit era. Real amet + no consectetur. Elit + deep integer.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20240"/>
            <a:ext cx="2743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FBFAF6"/>
                </a:solidFill>
                <a:latin typeface="Fraunces"/>
              </a:rPr>
              <a:t>Explore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Dolor sit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Amet + consectetur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1089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FBFAF6"/>
                </a:solidFill>
                <a:latin typeface="Fraunces"/>
              </a:rPr>
              <a:t>Contact us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+61 400 000 000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lorem@ipsumdolor.com.au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12700"/>
          </a:xfrm>
          <a:prstGeom prst="rect">
            <a:avLst/>
          </a:prstGeom>
          <a:solidFill>
            <a:srgbClr val="4A5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BDC6C1"/>
                </a:solidFill>
                <a:latin typeface="Work Sans"/>
              </a:rPr>
              <a:t>© Lorem Ipsum Dolor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463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BDC6C1"/>
                </a:solidFill>
                <a:latin typeface="Work Sans"/>
              </a:rPr>
              <a:t>Made in Lorem.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